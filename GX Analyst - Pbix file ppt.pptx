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4647"/>
  </p:normalViewPr>
  <p:slideViewPr>
    <p:cSldViewPr snapToGrid="0" snapToObjects="1">
      <p:cViewPr varScale="1">
        <p:scale>
          <a:sx n="113" d="100"/>
          <a:sy n="113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GB&amp;assetid=WA200003233&amp;isWac=True&amp;ui=en-US&amp;ad=G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https://pages.store.office.com/addinsinstallpage.aspx?rs=en-GB&amp;assetid=WA200003233&amp;isWac=True&amp;ui=en-US&amp;ad=GB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webextension1.xml><?xml version="1.0" encoding="utf-8"?>
<we:webextension xmlns:we="http://schemas.microsoft.com/office/webextensions/webextension/2010/11" id="{8910299b-d3f1-4e14-814f-067806b9ee6a}">
  <we:reference id="WA200003233" version="2.0.0.3" store="en-GB" storeType="OMEX"/>
  <we:alternateReferences/>
  <we:properties>
    <we:property name="Microsoft.Office.CampaignId" value="&quot;none&quot;"/>
    <we:property name="reportUrl" value="&quot;/groups/me/reports/196a3f2d-3905-408e-a456-97b48e61bd4d/1297aa424d9b37decd03?bookmarkGuid=9854a094-0c5d-48ac-a873-208633a1377d&amp;bookmarkUsage=1&amp;ctid=b864527b-4fa3-4bbc-9474-0d83aa00ef95&amp;fromEntryPoint=export&quot;"/>
    <we:property name="reportState" value="&quot;CONNECTED&quot;"/>
    <we:property name="reportEmbeddedTime" value="&quot;2025-12-05T03:08:45.760Z&quot;"/>
    <we:property name="creatorSessionId" value="&quot;f94724b5-ed4d-4848-967e-b747e273dd1c&quot;"/>
    <we:property name="creatorUserId" value="&quot;10032001CA990CBE&quot;"/>
    <we:property name="creatorTenantId" value="&quot;b864527b-4fa3-4bbc-9474-0d83aa00ef95&quot;"/>
    <we:property name="pageDisplayName" value="&quot;Page 1&quot;"/>
    <we:property name="pageName" value="&quot;1297aa424d9b37decd03&quot;"/>
    <we:property name="reportName" value="&quot;Crown - Report&quot;"/>
    <we:property name="isVisualContainerHeaderHidden" value="false"/>
    <we:property name="isFiltersActionButtonVisible" value="true"/>
    <we:property name="initialStateBookmark" value="&quot;H4sIAAAAAAAAA+2cW2/bNhSA/4qgl22AHVASdetbmnTY0KYNmqLAUATF4UW2GkX0KNmLF+S/75C0mzhxkzatnSbjW0wekefGj0c04/NQ1N2kgflrOJXhs/C5UienoE+CKByE7aLtzZuXB7tvX358vXvwApvVpK9V24XPzsMe9Ej27+tuCo0ZARs/HA9CaJpDGJlPFTSdHIQTqTvVQlP/K50wdvV6Ki8GoTybNEqDGfKoh16aYWcojp9x7mgnwRmB9/VMHkneL1rjMgegMRUlS3IhuSBGrHMCVrO1ImZoO/2eanuoW5zGtAErZZ6UlGVRDHEhWJJYNaq66RcibP7ibKLRuvOlV363nTQhQKK8ivKSCIgYEVmMmvTziZHZQ3tGStccmtBaqmXnDDsP/6ilBs3H81dyJhvT8mJ9/82uQ63Qof38PejaOU5NNZc3BV37W1nZrrav+7nVqpGtAB28A9bI8AKDsIj+5wFR2+Uk2LxvwmLEruhkG4PLBtO9sCQ8QO+ObctY/bOnJUqK8Fk0CDnwsRT7lxnXWY/WwujXcZzwT/vnnjqdoCqds+Ly08u6xX5iZqp619VMT9uvNfyVwkAYva3hHzMoWMxYPqziqhpSKpNhwXM5TAmLI8YiTlhprbjiikvT3tajsdXhVY15ADaC76GZGj+206ZBoQsjt7q+fn3eQHvyW3hxfDE4/5o0+TYL97T6pw3QROhkf133N1MdMIzGSQVdH6iqkrpuRzfiRK5otitm0HJsva7WgYRuqr865Zbi1zR6rY6meibnHbbNaoHz3FQGHRV2qGezIMflIn7ndOTNtMMISPEc9N4YdG8QxT4hC8zKxaeVFlI/n9tU26/1kiLx4Jrqm7Pp4njJMGz8dIVSi8g73bYR6mObkxBxlrMoiXOaEaApjdL0y8DbUi4cHn084mrR8a05AFosuh42+FeMML4ehCRPywK3lrSQIiYsTVPCH9rV+7LXmI5KH/L+MXv7mh3O4ZwxMBuyiJKiIAzyRPrN3G/mW9vMf4Itc+uVxV/4SIDZwE+GatoH0IpASAxzjwYEOCvuPhJ94nf3bbvbbfdJntM4FjmniSxJzhKSRx6JHokeiZtD4q7W9cxEY25B5sm3Ga86wNECqZaxglCRiLIExkTmAecB5wG3OcAd9TDfn7qD28/L3WNuk751sIsqUSSpoJIRljASyShlHnYedh52m4Pdu7EMJko1/mX2h7NuvWsd6oo8JzTlhKeUMxInCfNneR51HnWbRp2aGcc1AVetqE3aBaoK5ubUSSt16sm3RU87EJYZjRPJKeVpHHMALktql+ZtPu/lWc/U2aqnzWg4BE2LgiMfEZI0KjnL7hytPoWRvDkWT0uWAo0jkmYFjyTBIe8cqxvDZM1YpIIceJ5BWrAyi4FlhHjce9w/vnsYu90EEzt4i0FsR92NUyzbe7+LFz9UDwOfkVx03wfrvQngi7P7wnyjxrivgxlLWY4VJKVxnOUpRDlNPFM8U3wJudkSkjcS2qZucaCVkiaYTrDIAXeO7yvJ7TvcFZRZKXAhmBowSwqsLHMuYo9Fj8XHV2rdeQ+ybod2HYi69dddnyb/1obZgU7QioK58pJRKBLCk4Ldcv/Sg86D7lGC7vXhUXDLt7AecY8dcdcC7OBWkYRJEFFapjQVrEgRVF+G23Yy4BDwOXTL475avmLF4iZ/WUnGkRwJpFnGSZxnD+9srU4Vzv7Yvb1ihnN3JYBTImQkYkKKiIuiKB7a3T+Gbj+J09djzWY6AWBpWmWUlCSK8oSI3NdMvmZ68DOzB8yRG3vz7SnillYgvjFT/pKg732C9+S9s34d/WTV7faU+Z5/mDQHhXvLMttRA7HC1Npy++5C98mn3nJh/g9MXa6yxW1TEcVFAkkshKAEi17Cv+NfhZ+88zzA7wPwO3HVNTWXeoVL4anUI2sgagE2+yZOwVq6fiVst7TJubYu+WUfnxBo+i+hTfa6+7Od4QhSHMnGse7g7lHMD5m46sZWz2tpaWU7z8onZuolK+1ahtZoZX/GxsVaq8b+tYz/8SBszKOu9++p1HPU3EqsaLxzRZ+dzyrvrGqyYx19bNIWd/AGJp1ZTSYbsUlI64qXWKzc4yjq2ptBkYucZSIeZllGhjQpsiEkaTRMkyiSRWlORsT18mSRBVa9w7ptl7qZvPhew53bv2D56mwopJWyLyZLnyzXonkrwXewcd0ILdvFm9eqyIe1Cz4mcfpqads7NUJufZ7O7ZvGF+tQpaZ9NwEuD6GVa5BlU8iUlbcDx/6okiMWUrI2L63fQKiLi/8Aw48NF/VJAAA=&quot;"/>
    <we:property name="bookmark" value="&quot;H4sIAAAAAAAAA+2c227bOBCGX0XQze4CdkBJ1Kl3bdLFFj1s0BQFiiIohgfZahTRS8luvEHefYekncSJm7Rp7TRZ3sUkRc78HH4c0YxPQ1F3kwbmb+BYhk/CZ0odHYM+CqJwELaurCyKCkQakQQIkAgKAoC1atLXqu3CJ6dhD3ok+/d1N4XGdISFHw8HITTNPozMpwqaTg7CidSdaqGp/5WuMVb1eirPBqE8mTRKg+nyoIdemm5n2Bw/ownRToIjAu/rmTyQvF+UxmUOQGMqSpbkQnJBTLPONbCWrW1iurbD76q2h7rFYUwZsFLmSUlZFsUQF4IliTWjqpt+0YTNn59MNHp3uhTnT1tJE6NMXkV5SQREjIgsRkv6+cS02UV/RkrXHJrQeqpl5xw7Df+qpQbNx/NXciYbU/J8ff31qn2tUNB+/h507YRTU83l9Yau/K2sbFXb1/3cWtXIVoAO3gFrZHiGk7AIgvMO0drlIFi8Z6bFNLtkky0MLgpM9cKT8DWqO7YlY/VlV0tsKcIn0SDkwMdS7F0EXmcVrYWxr+M44Av75646nqApnfPi4tPLusV6YkaqelfVTI/bb3X8lcKJMHZbxz9lULCYsXxYxVU1pFQmw4LncpgSFkeMRZyw0npxSYoL197Wo7G14VWNcQB2Bt9DMzU6ttOmwUZnpt3qMvv9WQPt0R/h2eHZ4PRbwuT7PNzV6ksboIvQyf6q7X9PdcBwNo4q6PpAVZXUdTu6Nk/kkmVPxQxajqVXzXotoZvqbw65ZfMrFr1RB1M9k/MOy2a1wHGuG4NChR3a2SzIcbGI3zkbeTPtcAakeAZ6dwy6N4hin5EFZuXi00oLqZ/Nbajt1XpJkXhwxfTN+XR2uGQYFn6+RKnFzDvbtjHVhzYmIeIsZ1ES5zQjQFMapenXgbelWNg/+HTA1aLie2MAtFhU3e/kX3LCaD0ISZ6WBW4taSFFTFiapoTft9R7stcYjkrv8/4hq33FDyc4ZwzMhiyipCgIgzyRfjP3m/nWNvNfYMvcembxAR8JMBr40VBN+wBaEQiJ09yjAwGOiruPRE387r5tud12n+Q5jWORc5rIkuQsIXnkkeiR6JG4OSQ+1bqemdmYW5B58m1GVQc4WiDVMlYQKhJRlsCYyDzgPOA84DYHuIMe5ntTd3B7vtw95japrYNdVIkiSQWVjLCEkUhGKfOw87DzsNsc7N6NZTBRqvEvsz+ddeuldagr8pzQlBOeUs5InCTMn+V51HnUbRp1amaEawKuWlGbsAtUFczNqZNW6tiTb4tKOxCWGY0TySnlaRxzAC5LapfmTZr38qRn6mRVadMbdkHTouDIR4QkjUrOslt7q49hJK/3xdOSpUDjiKRZwSNJsMtb++rGMFnTF6kgB55nkBaszGJgGSEe9x73D+8extNugoEdvMVJbEfdtVMsW3u3ixc/1Q4Dn5FcVN8F672ZwOcnd4X5Rp1xXwczlrIcM0hK4zjLU4hymnimeKb4FHKzKSRvJLRN3WJHKylNMJ1gkgPuHN9nktsX3CWUWSlwIZgcMEsKzCxzLmKPRY/Fh5dq3XoPsm6Hdh2IuvXXXR8n/9ZOswOdoBUFc+Ulo1AkhCcFu+H+pQedB92DBN2b/YPghm9hPeIeOuKuTLCDW0USJkFEaZnSVLAiRVB9HW7biYB9wOdQlod9tXzFi8VN/rKSjCM5EkizjJM4z+5fbK2OFY7+0NVeccPJXQnglAgZiZiQIuKiKIr7lvvn0O0XEX091mykEwCWplVGSUmiKE+IyH3O5HOmez8zu8cYubY33xwibmkF4jsj5YMEfecTvEevzvp19Itlt9sz5kf+YdIcFO4u02xHDcQKU2vT7dsT3UcfesuF+T9wdbnKFrdNRRQXCSSxEIISTHoJ/4F/FX704nmA3wXgt+Kqa2ou9QqXwmOpR9ZBtAJs9E2cgbV09UrYammDc21e8tsePiHQ9d9CG+x196KdYQ9SHMjGse717b2YHzJx2Y3NntfS0rbtPCsfmasXrLRrGVpjlf0ZGzfXWjX2r+X8Hw7Cxjzqav+ZSj1Hy22LFYt3Ltmzc27yzqolO1boQxO2uIM3MOnMajLRiEVCWileYrJyh6OoK28GRS5ylol4mGUZGdKkyIaQpNEwTaJIFqU5GRFX05NFFFjz9uu2Xdpm4uJHHXeyf8Xz1dGwkVbKvpgsNVmuRfNWgu9g47oRWraLN6/VJh/XLviYxOmrpW/v1Ai5dT6c2zeNFutQpaZ9NwEu96GVa5BlQ8iklTcDx/6o0jlxzs7+A33NhCLMSQAA&quot;"/>
    <we:property name="datasetId" value="&quot;016e86e5-743e-416f-a78f-67254d9e5ede&quot;"/>
    <we:property name="embedUrl" value="&quot;/reportEmbed?reportId=196a3f2d-3905-408e-a456-97b48e61bd4d&amp;config=eyJjbHVzdGVyVXJsIjoiaHR0cHM6Ly9XQUJJLUFVU1RSQUxJQS1TT1VUSEVBU1QtQi1QUklNQVJZLXJlZGlyZWN0LmFuYWx5c2lzLndpbmRvd3MubmV0IiwiZW1iZWRGZWF0dXJlcyI6eyJ1c2FnZU1ldHJpY3NWTmV4dCI6dHJ1ZX19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1502</TotalTime>
  <Words>85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Shreyas Mathews Thomas</cp:lastModifiedBy>
  <cp:revision>3</cp:revision>
  <dcterms:created xsi:type="dcterms:W3CDTF">2018-06-07T21:39:02Z</dcterms:created>
  <dcterms:modified xsi:type="dcterms:W3CDTF">2025-12-05T03:09:14Z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